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Final-Year Project Planner and Report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CSE Capstone Project 39</a:t>
            </a:r>
          </a:p>
          <a:p>
            <a:pPr>
              <a:spcAft>
                <a:spcPts val="1800"/>
              </a:spcAft>
              <a:defRPr sz="2300"/>
            </a:pPr>
            <a:r>
              <a:t>Presenter: [Name] | Department: [Department] | Guide: [Name]</a:t>
            </a:r>
          </a:p>
          <a:p>
            <a:pPr>
              <a:spcAft>
                <a:spcPts val="1800"/>
              </a:spcAft>
              <a:defRPr sz="2300"/>
            </a:pPr>
            <a:r>
              <a:t>Draft review deck — replace placeholders before presenting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Project 39 | Draft slide 1/7 — update with actual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Problem and 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Target users: final-year CSE project teams</a:t>
            </a:r>
          </a:p>
          <a:p>
            <a:pPr>
              <a:spcAft>
                <a:spcPts val="1800"/>
              </a:spcAft>
              <a:defRPr sz="2300"/>
            </a:pPr>
            <a:r>
              <a:t>Challenge: ideas, milestones, risks and report notes can become scattered</a:t>
            </a:r>
          </a:p>
          <a:p>
            <a:pPr>
              <a:spcAft>
                <a:spcPts val="1800"/>
              </a:spcAft>
              <a:defRPr sz="2300"/>
            </a:pPr>
            <a:r>
              <a:t>Goal: provide one repeatable, beginner-friendly planning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Project 39 | Draft slide 2/7 — update with actual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Objectives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Compare 10 project ideas with a consistent scorecard</a:t>
            </a:r>
          </a:p>
          <a:p>
            <a:pPr>
              <a:spcAft>
                <a:spcPts val="1800"/>
              </a:spcAft>
              <a:defRPr sz="2300"/>
            </a:pPr>
            <a:r>
              <a:t>Plan milestones and risks</a:t>
            </a:r>
          </a:p>
          <a:p>
            <a:pPr>
              <a:spcAft>
                <a:spcPts val="1800"/>
              </a:spcAft>
              <a:defRPr sz="2300"/>
            </a:pPr>
            <a:r>
              <a:t>Draft report sections from verified notes</a:t>
            </a:r>
          </a:p>
          <a:p>
            <a:pPr>
              <a:spcAft>
                <a:spcPts val="1800"/>
              </a:spcAft>
              <a:defRPr sz="2300"/>
            </a:pPr>
            <a:r>
              <a:t>Turn weekly notes into a status-report draft with human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Project 39 | Draft slide 3/7 — update with actual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Proposed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Idea shortlist → feasibility scorecard → project plan</a:t>
            </a:r>
          </a:p>
          <a:p>
            <a:pPr>
              <a:spcAft>
                <a:spcPts val="1800"/>
              </a:spcAft>
              <a:defRPr sz="2300"/>
            </a:pPr>
            <a:r>
              <a:t>Weekly progress form → spreadsheet → AI/template draft</a:t>
            </a:r>
          </a:p>
          <a:p>
            <a:pPr>
              <a:spcAft>
                <a:spcPts val="1800"/>
              </a:spcAft>
              <a:defRPr sz="2300"/>
            </a:pPr>
            <a:r>
              <a:t>Human fact-check and privacy review → approved status report</a:t>
            </a:r>
          </a:p>
          <a:p>
            <a:pPr>
              <a:spcAft>
                <a:spcPts val="1800"/>
              </a:spcAft>
              <a:defRPr sz="2300"/>
            </a:pPr>
            <a:r>
              <a:t>No custom programming is required for 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Project 39 | Draft slide 4/7 — update with actual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Research and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Use at least two AI research tools and record prompts/results</a:t>
            </a:r>
          </a:p>
          <a:p>
            <a:pPr>
              <a:spcAft>
                <a:spcPts val="1800"/>
              </a:spcAft>
              <a:defRPr sz="2300"/>
            </a:pPr>
            <a:r>
              <a:t>Verify claims with official sources and college guidelines</a:t>
            </a:r>
          </a:p>
          <a:p>
            <a:pPr>
              <a:spcAft>
                <a:spcPts val="1800"/>
              </a:spcAft>
              <a:defRPr sz="2300"/>
            </a:pPr>
            <a:r>
              <a:t>Cite borrowed ideas; do not invent sources or results</a:t>
            </a:r>
          </a:p>
          <a:p>
            <a:pPr>
              <a:spcAft>
                <a:spcPts val="1800"/>
              </a:spcAft>
              <a:defRPr sz="2300"/>
            </a:pPr>
            <a:r>
              <a:t>Use fictional data and disclose AI assistance as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Project 39 | Draft slide 5/7 — update with actual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Testing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Test normal, missing-field, blocker, long-note and incorrect-claim cases</a:t>
            </a:r>
          </a:p>
          <a:p>
            <a:pPr>
              <a:spcAft>
                <a:spcPts val="1800"/>
              </a:spcAft>
              <a:defRPr sz="2300"/>
            </a:pPr>
            <a:r>
              <a:t>Compare expected and actual output</a:t>
            </a:r>
          </a:p>
          <a:p>
            <a:pPr>
              <a:spcAft>
                <a:spcPts val="1800"/>
              </a:spcAft>
              <a:defRPr sz="2300"/>
            </a:pPr>
            <a:r>
              <a:t>Record failures, corrections and screenshots</a:t>
            </a:r>
          </a:p>
          <a:p>
            <a:pPr>
              <a:spcAft>
                <a:spcPts val="1800"/>
              </a:spcAft>
              <a:defRPr sz="2300"/>
            </a:pPr>
            <a:r>
              <a:t>Results: [insert only after real testing]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Project 39 | Draft slide 6/7 — update with actual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Timeline, deliverables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8-week starter plan: research, shortlist, plan, draft, prototype, test, review</a:t>
            </a:r>
          </a:p>
          <a:p>
            <a:pPr>
              <a:spcAft>
                <a:spcPts val="1800"/>
              </a:spcAft>
              <a:defRPr sz="1900"/>
            </a:pPr>
            <a:r>
              <a:t>Deliverables: report, scorecard, risk register, quiz, 7-slide deck, prompts, verification log</a:t>
            </a:r>
          </a:p>
          <a:p>
            <a:pPr>
              <a:spcAft>
                <a:spcPts val="1800"/>
              </a:spcAft>
              <a:defRPr sz="2300"/>
            </a:pPr>
            <a:r>
              <a:t>Next: confirm college format, conduct research, build workflow, run tests</a:t>
            </a:r>
          </a:p>
          <a:p>
            <a:pPr>
              <a:spcAft>
                <a:spcPts val="1800"/>
              </a:spcAft>
              <a:defRPr sz="2300"/>
            </a:pPr>
            <a: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Project 39 | Draft slide 7/7 — update with actual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